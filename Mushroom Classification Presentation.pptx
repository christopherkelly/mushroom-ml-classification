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1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CA3AA32-62DA-4562-9FC5-E19C9ABF6A2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1472725-9431-43DC-9905-579D968A846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Apply the CRISP-DM method to a dataset of poisonous and edible mushrooms</a:t>
          </a:r>
        </a:p>
      </dgm:t>
    </dgm:pt>
    <dgm:pt modelId="{B717FA71-973C-4E2C-8846-14C88910FB25}" type="parTrans" cxnId="{1E34ABD3-5B18-4F06-84E9-953E6F93ADBF}">
      <dgm:prSet/>
      <dgm:spPr/>
      <dgm:t>
        <a:bodyPr/>
        <a:lstStyle/>
        <a:p>
          <a:endParaRPr lang="en-US"/>
        </a:p>
      </dgm:t>
    </dgm:pt>
    <dgm:pt modelId="{030A28B7-A332-4C7B-88BF-48ECD2BBB8EA}" type="sibTrans" cxnId="{1E34ABD3-5B18-4F06-84E9-953E6F93ADBF}">
      <dgm:prSet/>
      <dgm:spPr/>
      <dgm:t>
        <a:bodyPr/>
        <a:lstStyle/>
        <a:p>
          <a:endParaRPr lang="en-US"/>
        </a:p>
      </dgm:t>
    </dgm:pt>
    <dgm:pt modelId="{AEE2E356-64A0-4327-AD19-D1C97DEC727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Develop a model predicting the edibility of unknown mushrooms.</a:t>
          </a:r>
        </a:p>
      </dgm:t>
    </dgm:pt>
    <dgm:pt modelId="{731737C7-6790-476B-BFB0-661AFC9629E4}" type="parTrans" cxnId="{F2B17FFA-872C-4225-874D-4A4DC5C4D47F}">
      <dgm:prSet/>
      <dgm:spPr/>
      <dgm:t>
        <a:bodyPr/>
        <a:lstStyle/>
        <a:p>
          <a:endParaRPr lang="en-US"/>
        </a:p>
      </dgm:t>
    </dgm:pt>
    <dgm:pt modelId="{09C9CAAE-B423-48E1-900A-7A5F82A6A9B4}" type="sibTrans" cxnId="{F2B17FFA-872C-4225-874D-4A4DC5C4D47F}">
      <dgm:prSet/>
      <dgm:spPr/>
      <dgm:t>
        <a:bodyPr/>
        <a:lstStyle/>
        <a:p>
          <a:endParaRPr lang="en-US"/>
        </a:p>
      </dgm:t>
    </dgm:pt>
    <dgm:pt modelId="{EB68F42B-021A-47B0-BFDD-8F21F416164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Validate and appraise the accuracy of the model</a:t>
          </a:r>
        </a:p>
      </dgm:t>
    </dgm:pt>
    <dgm:pt modelId="{0C2E6355-61AC-4BAF-A3CD-525B23F7BE19}" type="parTrans" cxnId="{EA18EC76-1E60-4BBB-84DD-097B3F1BAA61}">
      <dgm:prSet/>
      <dgm:spPr/>
      <dgm:t>
        <a:bodyPr/>
        <a:lstStyle/>
        <a:p>
          <a:endParaRPr lang="en-US"/>
        </a:p>
      </dgm:t>
    </dgm:pt>
    <dgm:pt modelId="{BEA45F1C-A299-419F-853D-4BFB72145592}" type="sibTrans" cxnId="{EA18EC76-1E60-4BBB-84DD-097B3F1BAA61}">
      <dgm:prSet/>
      <dgm:spPr/>
      <dgm:t>
        <a:bodyPr/>
        <a:lstStyle/>
        <a:p>
          <a:endParaRPr lang="en-US"/>
        </a:p>
      </dgm:t>
    </dgm:pt>
    <dgm:pt modelId="{905EB8A5-D7D7-4DF9-AC9C-17681D5BD56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Deploy the model as a proof-of-concept product</a:t>
          </a:r>
        </a:p>
      </dgm:t>
    </dgm:pt>
    <dgm:pt modelId="{F6864A8E-BA34-47AF-91B6-7F41842ED417}" type="parTrans" cxnId="{7C40F721-F1C2-4C4C-8C62-CF3B7EDC2ED7}">
      <dgm:prSet/>
      <dgm:spPr/>
      <dgm:t>
        <a:bodyPr/>
        <a:lstStyle/>
        <a:p>
          <a:endParaRPr lang="en-US"/>
        </a:p>
      </dgm:t>
    </dgm:pt>
    <dgm:pt modelId="{3E5B8A3F-020D-4B64-A8FF-6D383F3A06CC}" type="sibTrans" cxnId="{7C40F721-F1C2-4C4C-8C62-CF3B7EDC2ED7}">
      <dgm:prSet/>
      <dgm:spPr/>
      <dgm:t>
        <a:bodyPr/>
        <a:lstStyle/>
        <a:p>
          <a:endParaRPr lang="en-US"/>
        </a:p>
      </dgm:t>
    </dgm:pt>
    <dgm:pt modelId="{E1E072C6-6C52-4CF8-A5CD-7E37BB2A7235}" type="pres">
      <dgm:prSet presAssocID="{FCA3AA32-62DA-4562-9FC5-E19C9ABF6A2E}" presName="root" presStyleCnt="0">
        <dgm:presLayoutVars>
          <dgm:dir/>
          <dgm:resizeHandles val="exact"/>
        </dgm:presLayoutVars>
      </dgm:prSet>
      <dgm:spPr/>
    </dgm:pt>
    <dgm:pt modelId="{B0A0F114-0FA2-4956-8E14-5C753B0EA5F0}" type="pres">
      <dgm:prSet presAssocID="{51472725-9431-43DC-9905-579D968A8467}" presName="compNode" presStyleCnt="0"/>
      <dgm:spPr/>
    </dgm:pt>
    <dgm:pt modelId="{E529379B-3160-4E95-94DB-9299456CCDFC}" type="pres">
      <dgm:prSet presAssocID="{51472725-9431-43DC-9905-579D968A8467}" presName="bgRect" presStyleLbl="bgShp" presStyleIdx="0" presStyleCnt="4"/>
      <dgm:spPr/>
    </dgm:pt>
    <dgm:pt modelId="{88333903-E6C3-4CA5-8AA7-97D3A8FA2700}" type="pres">
      <dgm:prSet presAssocID="{51472725-9431-43DC-9905-579D968A846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ientist"/>
        </a:ext>
      </dgm:extLst>
    </dgm:pt>
    <dgm:pt modelId="{899C19AB-8EBB-4F98-BEA2-8F2DF7522CB7}" type="pres">
      <dgm:prSet presAssocID="{51472725-9431-43DC-9905-579D968A8467}" presName="spaceRect" presStyleCnt="0"/>
      <dgm:spPr/>
    </dgm:pt>
    <dgm:pt modelId="{19A37DF0-0617-4A64-B8DD-BEF98E821980}" type="pres">
      <dgm:prSet presAssocID="{51472725-9431-43DC-9905-579D968A8467}" presName="parTx" presStyleLbl="revTx" presStyleIdx="0" presStyleCnt="4">
        <dgm:presLayoutVars>
          <dgm:chMax val="0"/>
          <dgm:chPref val="0"/>
        </dgm:presLayoutVars>
      </dgm:prSet>
      <dgm:spPr/>
    </dgm:pt>
    <dgm:pt modelId="{E31B536A-BF75-497E-981B-64E582DF873C}" type="pres">
      <dgm:prSet presAssocID="{030A28B7-A332-4C7B-88BF-48ECD2BBB8EA}" presName="sibTrans" presStyleCnt="0"/>
      <dgm:spPr/>
    </dgm:pt>
    <dgm:pt modelId="{5780B8C3-A5F3-4766-AEB6-392FA75088DC}" type="pres">
      <dgm:prSet presAssocID="{AEE2E356-64A0-4327-AD19-D1C97DEC7274}" presName="compNode" presStyleCnt="0"/>
      <dgm:spPr/>
    </dgm:pt>
    <dgm:pt modelId="{05232083-204D-4CEA-8F69-5DE52741C6E3}" type="pres">
      <dgm:prSet presAssocID="{AEE2E356-64A0-4327-AD19-D1C97DEC7274}" presName="bgRect" presStyleLbl="bgShp" presStyleIdx="1" presStyleCnt="4"/>
      <dgm:spPr/>
    </dgm:pt>
    <dgm:pt modelId="{16C1BFF1-6A0C-49FC-89CB-7989C4F6E526}" type="pres">
      <dgm:prSet presAssocID="{AEE2E356-64A0-4327-AD19-D1C97DEC727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g under Magnifying Glass"/>
        </a:ext>
      </dgm:extLst>
    </dgm:pt>
    <dgm:pt modelId="{A70B2E25-98C5-4B6A-9E7F-DA9225FFCD83}" type="pres">
      <dgm:prSet presAssocID="{AEE2E356-64A0-4327-AD19-D1C97DEC7274}" presName="spaceRect" presStyleCnt="0"/>
      <dgm:spPr/>
    </dgm:pt>
    <dgm:pt modelId="{66F1B5FA-DC71-4F74-9E62-7C0AFF3E03FD}" type="pres">
      <dgm:prSet presAssocID="{AEE2E356-64A0-4327-AD19-D1C97DEC7274}" presName="parTx" presStyleLbl="revTx" presStyleIdx="1" presStyleCnt="4">
        <dgm:presLayoutVars>
          <dgm:chMax val="0"/>
          <dgm:chPref val="0"/>
        </dgm:presLayoutVars>
      </dgm:prSet>
      <dgm:spPr/>
    </dgm:pt>
    <dgm:pt modelId="{DEACC7F4-9AD6-46B2-8AEC-1758555C3EAE}" type="pres">
      <dgm:prSet presAssocID="{09C9CAAE-B423-48E1-900A-7A5F82A6A9B4}" presName="sibTrans" presStyleCnt="0"/>
      <dgm:spPr/>
    </dgm:pt>
    <dgm:pt modelId="{827C96F7-3199-49CF-A9E8-330A36095085}" type="pres">
      <dgm:prSet presAssocID="{EB68F42B-021A-47B0-BFDD-8F21F4161641}" presName="compNode" presStyleCnt="0"/>
      <dgm:spPr/>
    </dgm:pt>
    <dgm:pt modelId="{9BA2756A-7F18-4E89-9574-FF89294492D9}" type="pres">
      <dgm:prSet presAssocID="{EB68F42B-021A-47B0-BFDD-8F21F4161641}" presName="bgRect" presStyleLbl="bgShp" presStyleIdx="2" presStyleCnt="4"/>
      <dgm:spPr/>
    </dgm:pt>
    <dgm:pt modelId="{A5FBBCE2-9388-4D54-B2D0-A61504DBF757}" type="pres">
      <dgm:prSet presAssocID="{EB68F42B-021A-47B0-BFDD-8F21F416164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3344C2E-A5E8-48AE-82E9-A47E493826A8}" type="pres">
      <dgm:prSet presAssocID="{EB68F42B-021A-47B0-BFDD-8F21F4161641}" presName="spaceRect" presStyleCnt="0"/>
      <dgm:spPr/>
    </dgm:pt>
    <dgm:pt modelId="{1EDB5128-C92A-4BBB-8F80-12040CB2D253}" type="pres">
      <dgm:prSet presAssocID="{EB68F42B-021A-47B0-BFDD-8F21F4161641}" presName="parTx" presStyleLbl="revTx" presStyleIdx="2" presStyleCnt="4">
        <dgm:presLayoutVars>
          <dgm:chMax val="0"/>
          <dgm:chPref val="0"/>
        </dgm:presLayoutVars>
      </dgm:prSet>
      <dgm:spPr/>
    </dgm:pt>
    <dgm:pt modelId="{F360F5C4-D52A-45A7-8170-BB08CA16C917}" type="pres">
      <dgm:prSet presAssocID="{BEA45F1C-A299-419F-853D-4BFB72145592}" presName="sibTrans" presStyleCnt="0"/>
      <dgm:spPr/>
    </dgm:pt>
    <dgm:pt modelId="{091A8183-7B7E-4269-970F-2CB37035EE96}" type="pres">
      <dgm:prSet presAssocID="{905EB8A5-D7D7-4DF9-AC9C-17681D5BD56C}" presName="compNode" presStyleCnt="0"/>
      <dgm:spPr/>
    </dgm:pt>
    <dgm:pt modelId="{CB9F7C01-940C-4E07-9192-69BE5FAEC673}" type="pres">
      <dgm:prSet presAssocID="{905EB8A5-D7D7-4DF9-AC9C-17681D5BD56C}" presName="bgRect" presStyleLbl="bgShp" presStyleIdx="3" presStyleCnt="4"/>
      <dgm:spPr/>
    </dgm:pt>
    <dgm:pt modelId="{A72C23AF-31A2-427E-98D2-918F99E505AF}" type="pres">
      <dgm:prSet presAssocID="{905EB8A5-D7D7-4DF9-AC9C-17681D5BD56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1EB88F9A-9A36-4710-AA76-0616FAE91F55}" type="pres">
      <dgm:prSet presAssocID="{905EB8A5-D7D7-4DF9-AC9C-17681D5BD56C}" presName="spaceRect" presStyleCnt="0"/>
      <dgm:spPr/>
    </dgm:pt>
    <dgm:pt modelId="{5615341B-E749-48AF-9CDB-65433F443986}" type="pres">
      <dgm:prSet presAssocID="{905EB8A5-D7D7-4DF9-AC9C-17681D5BD56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FA15201-7F1C-496B-9487-C5D40B313D4B}" type="presOf" srcId="{EB68F42B-021A-47B0-BFDD-8F21F4161641}" destId="{1EDB5128-C92A-4BBB-8F80-12040CB2D253}" srcOrd="0" destOrd="0" presId="urn:microsoft.com/office/officeart/2018/2/layout/IconVerticalSolidList"/>
    <dgm:cxn modelId="{7C40F721-F1C2-4C4C-8C62-CF3B7EDC2ED7}" srcId="{FCA3AA32-62DA-4562-9FC5-E19C9ABF6A2E}" destId="{905EB8A5-D7D7-4DF9-AC9C-17681D5BD56C}" srcOrd="3" destOrd="0" parTransId="{F6864A8E-BA34-47AF-91B6-7F41842ED417}" sibTransId="{3E5B8A3F-020D-4B64-A8FF-6D383F3A06CC}"/>
    <dgm:cxn modelId="{ACBC1E6B-763B-4D94-AA0D-E2F08F2606B9}" type="presOf" srcId="{51472725-9431-43DC-9905-579D968A8467}" destId="{19A37DF0-0617-4A64-B8DD-BEF98E821980}" srcOrd="0" destOrd="0" presId="urn:microsoft.com/office/officeart/2018/2/layout/IconVerticalSolidList"/>
    <dgm:cxn modelId="{EA18EC76-1E60-4BBB-84DD-097B3F1BAA61}" srcId="{FCA3AA32-62DA-4562-9FC5-E19C9ABF6A2E}" destId="{EB68F42B-021A-47B0-BFDD-8F21F4161641}" srcOrd="2" destOrd="0" parTransId="{0C2E6355-61AC-4BAF-A3CD-525B23F7BE19}" sibTransId="{BEA45F1C-A299-419F-853D-4BFB72145592}"/>
    <dgm:cxn modelId="{40E25B97-73FB-4E19-BCC0-7EAB83ED7A45}" type="presOf" srcId="{FCA3AA32-62DA-4562-9FC5-E19C9ABF6A2E}" destId="{E1E072C6-6C52-4CF8-A5CD-7E37BB2A7235}" srcOrd="0" destOrd="0" presId="urn:microsoft.com/office/officeart/2018/2/layout/IconVerticalSolidList"/>
    <dgm:cxn modelId="{9C3B7AA8-DA7D-4A82-9A2F-4F94DC6188DF}" type="presOf" srcId="{AEE2E356-64A0-4327-AD19-D1C97DEC7274}" destId="{66F1B5FA-DC71-4F74-9E62-7C0AFF3E03FD}" srcOrd="0" destOrd="0" presId="urn:microsoft.com/office/officeart/2018/2/layout/IconVerticalSolidList"/>
    <dgm:cxn modelId="{855A97C5-12C5-4827-81B7-23A5E1318AA4}" type="presOf" srcId="{905EB8A5-D7D7-4DF9-AC9C-17681D5BD56C}" destId="{5615341B-E749-48AF-9CDB-65433F443986}" srcOrd="0" destOrd="0" presId="urn:microsoft.com/office/officeart/2018/2/layout/IconVerticalSolidList"/>
    <dgm:cxn modelId="{1E34ABD3-5B18-4F06-84E9-953E6F93ADBF}" srcId="{FCA3AA32-62DA-4562-9FC5-E19C9ABF6A2E}" destId="{51472725-9431-43DC-9905-579D968A8467}" srcOrd="0" destOrd="0" parTransId="{B717FA71-973C-4E2C-8846-14C88910FB25}" sibTransId="{030A28B7-A332-4C7B-88BF-48ECD2BBB8EA}"/>
    <dgm:cxn modelId="{F2B17FFA-872C-4225-874D-4A4DC5C4D47F}" srcId="{FCA3AA32-62DA-4562-9FC5-E19C9ABF6A2E}" destId="{AEE2E356-64A0-4327-AD19-D1C97DEC7274}" srcOrd="1" destOrd="0" parTransId="{731737C7-6790-476B-BFB0-661AFC9629E4}" sibTransId="{09C9CAAE-B423-48E1-900A-7A5F82A6A9B4}"/>
    <dgm:cxn modelId="{BA488D3D-E5C6-4FDB-9D39-200C5419BAA1}" type="presParOf" srcId="{E1E072C6-6C52-4CF8-A5CD-7E37BB2A7235}" destId="{B0A0F114-0FA2-4956-8E14-5C753B0EA5F0}" srcOrd="0" destOrd="0" presId="urn:microsoft.com/office/officeart/2018/2/layout/IconVerticalSolidList"/>
    <dgm:cxn modelId="{78091B6C-2F96-43A1-83BD-74C137590958}" type="presParOf" srcId="{B0A0F114-0FA2-4956-8E14-5C753B0EA5F0}" destId="{E529379B-3160-4E95-94DB-9299456CCDFC}" srcOrd="0" destOrd="0" presId="urn:microsoft.com/office/officeart/2018/2/layout/IconVerticalSolidList"/>
    <dgm:cxn modelId="{819ABA3B-5CD0-4930-9B9C-30013E383A70}" type="presParOf" srcId="{B0A0F114-0FA2-4956-8E14-5C753B0EA5F0}" destId="{88333903-E6C3-4CA5-8AA7-97D3A8FA2700}" srcOrd="1" destOrd="0" presId="urn:microsoft.com/office/officeart/2018/2/layout/IconVerticalSolidList"/>
    <dgm:cxn modelId="{6EF1A364-3684-4548-BE02-90B8888DAD72}" type="presParOf" srcId="{B0A0F114-0FA2-4956-8E14-5C753B0EA5F0}" destId="{899C19AB-8EBB-4F98-BEA2-8F2DF7522CB7}" srcOrd="2" destOrd="0" presId="urn:microsoft.com/office/officeart/2018/2/layout/IconVerticalSolidList"/>
    <dgm:cxn modelId="{F0042EC3-D6B0-48CD-AA5B-54DF15CE8098}" type="presParOf" srcId="{B0A0F114-0FA2-4956-8E14-5C753B0EA5F0}" destId="{19A37DF0-0617-4A64-B8DD-BEF98E821980}" srcOrd="3" destOrd="0" presId="urn:microsoft.com/office/officeart/2018/2/layout/IconVerticalSolidList"/>
    <dgm:cxn modelId="{099F8EB6-FB9E-4ED3-A831-DE647B5D64EE}" type="presParOf" srcId="{E1E072C6-6C52-4CF8-A5CD-7E37BB2A7235}" destId="{E31B536A-BF75-497E-981B-64E582DF873C}" srcOrd="1" destOrd="0" presId="urn:microsoft.com/office/officeart/2018/2/layout/IconVerticalSolidList"/>
    <dgm:cxn modelId="{7B530BD5-A521-42F6-9259-3BB484997807}" type="presParOf" srcId="{E1E072C6-6C52-4CF8-A5CD-7E37BB2A7235}" destId="{5780B8C3-A5F3-4766-AEB6-392FA75088DC}" srcOrd="2" destOrd="0" presId="urn:microsoft.com/office/officeart/2018/2/layout/IconVerticalSolidList"/>
    <dgm:cxn modelId="{DADB27A1-83C2-4E83-B010-276651358000}" type="presParOf" srcId="{5780B8C3-A5F3-4766-AEB6-392FA75088DC}" destId="{05232083-204D-4CEA-8F69-5DE52741C6E3}" srcOrd="0" destOrd="0" presId="urn:microsoft.com/office/officeart/2018/2/layout/IconVerticalSolidList"/>
    <dgm:cxn modelId="{EAA230B2-632E-42C8-BEC3-611275B0F13B}" type="presParOf" srcId="{5780B8C3-A5F3-4766-AEB6-392FA75088DC}" destId="{16C1BFF1-6A0C-49FC-89CB-7989C4F6E526}" srcOrd="1" destOrd="0" presId="urn:microsoft.com/office/officeart/2018/2/layout/IconVerticalSolidList"/>
    <dgm:cxn modelId="{15546624-4B10-4F4B-B521-10678DBE6BA5}" type="presParOf" srcId="{5780B8C3-A5F3-4766-AEB6-392FA75088DC}" destId="{A70B2E25-98C5-4B6A-9E7F-DA9225FFCD83}" srcOrd="2" destOrd="0" presId="urn:microsoft.com/office/officeart/2018/2/layout/IconVerticalSolidList"/>
    <dgm:cxn modelId="{964D9F3D-3BF3-40BA-8555-FF1F68FF927E}" type="presParOf" srcId="{5780B8C3-A5F3-4766-AEB6-392FA75088DC}" destId="{66F1B5FA-DC71-4F74-9E62-7C0AFF3E03FD}" srcOrd="3" destOrd="0" presId="urn:microsoft.com/office/officeart/2018/2/layout/IconVerticalSolidList"/>
    <dgm:cxn modelId="{EF7876F4-5686-494B-92A3-E4B11F5CF652}" type="presParOf" srcId="{E1E072C6-6C52-4CF8-A5CD-7E37BB2A7235}" destId="{DEACC7F4-9AD6-46B2-8AEC-1758555C3EAE}" srcOrd="3" destOrd="0" presId="urn:microsoft.com/office/officeart/2018/2/layout/IconVerticalSolidList"/>
    <dgm:cxn modelId="{41E3D779-27E1-4A87-B54C-372015186218}" type="presParOf" srcId="{E1E072C6-6C52-4CF8-A5CD-7E37BB2A7235}" destId="{827C96F7-3199-49CF-A9E8-330A36095085}" srcOrd="4" destOrd="0" presId="urn:microsoft.com/office/officeart/2018/2/layout/IconVerticalSolidList"/>
    <dgm:cxn modelId="{2FCCC43B-09F0-4024-BDD2-FE552F26923D}" type="presParOf" srcId="{827C96F7-3199-49CF-A9E8-330A36095085}" destId="{9BA2756A-7F18-4E89-9574-FF89294492D9}" srcOrd="0" destOrd="0" presId="urn:microsoft.com/office/officeart/2018/2/layout/IconVerticalSolidList"/>
    <dgm:cxn modelId="{B011524C-2B9C-455B-A4B7-458FC3C7BEC6}" type="presParOf" srcId="{827C96F7-3199-49CF-A9E8-330A36095085}" destId="{A5FBBCE2-9388-4D54-B2D0-A61504DBF757}" srcOrd="1" destOrd="0" presId="urn:microsoft.com/office/officeart/2018/2/layout/IconVerticalSolidList"/>
    <dgm:cxn modelId="{6A2578A9-8E80-45BF-B0DA-0E0857724814}" type="presParOf" srcId="{827C96F7-3199-49CF-A9E8-330A36095085}" destId="{53344C2E-A5E8-48AE-82E9-A47E493826A8}" srcOrd="2" destOrd="0" presId="urn:microsoft.com/office/officeart/2018/2/layout/IconVerticalSolidList"/>
    <dgm:cxn modelId="{DC36E6A3-B5D9-42D0-99E0-993142EDAA7B}" type="presParOf" srcId="{827C96F7-3199-49CF-A9E8-330A36095085}" destId="{1EDB5128-C92A-4BBB-8F80-12040CB2D253}" srcOrd="3" destOrd="0" presId="urn:microsoft.com/office/officeart/2018/2/layout/IconVerticalSolidList"/>
    <dgm:cxn modelId="{BC6E3A03-51DC-42A6-95BB-4CC55877CE69}" type="presParOf" srcId="{E1E072C6-6C52-4CF8-A5CD-7E37BB2A7235}" destId="{F360F5C4-D52A-45A7-8170-BB08CA16C917}" srcOrd="5" destOrd="0" presId="urn:microsoft.com/office/officeart/2018/2/layout/IconVerticalSolidList"/>
    <dgm:cxn modelId="{9F399A67-BEF7-447E-ACB8-0F8F240DD92F}" type="presParOf" srcId="{E1E072C6-6C52-4CF8-A5CD-7E37BB2A7235}" destId="{091A8183-7B7E-4269-970F-2CB37035EE96}" srcOrd="6" destOrd="0" presId="urn:microsoft.com/office/officeart/2018/2/layout/IconVerticalSolidList"/>
    <dgm:cxn modelId="{44BF5B28-6063-4DF6-8160-D883916B8AF7}" type="presParOf" srcId="{091A8183-7B7E-4269-970F-2CB37035EE96}" destId="{CB9F7C01-940C-4E07-9192-69BE5FAEC673}" srcOrd="0" destOrd="0" presId="urn:microsoft.com/office/officeart/2018/2/layout/IconVerticalSolidList"/>
    <dgm:cxn modelId="{98C2B98A-F5B4-4A5C-83BD-D5AA604922CD}" type="presParOf" srcId="{091A8183-7B7E-4269-970F-2CB37035EE96}" destId="{A72C23AF-31A2-427E-98D2-918F99E505AF}" srcOrd="1" destOrd="0" presId="urn:microsoft.com/office/officeart/2018/2/layout/IconVerticalSolidList"/>
    <dgm:cxn modelId="{B471C407-D636-4610-862E-9D92CC6C8F55}" type="presParOf" srcId="{091A8183-7B7E-4269-970F-2CB37035EE96}" destId="{1EB88F9A-9A36-4710-AA76-0616FAE91F55}" srcOrd="2" destOrd="0" presId="urn:microsoft.com/office/officeart/2018/2/layout/IconVerticalSolidList"/>
    <dgm:cxn modelId="{5C6F5634-3AFA-42F2-8329-DCA2388C2895}" type="presParOf" srcId="{091A8183-7B7E-4269-970F-2CB37035EE96}" destId="{5615341B-E749-48AF-9CDB-65433F44398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29379B-3160-4E95-94DB-9299456CCDFC}">
      <dsp:nvSpPr>
        <dsp:cNvPr id="0" name=""/>
        <dsp:cNvSpPr/>
      </dsp:nvSpPr>
      <dsp:spPr>
        <a:xfrm>
          <a:off x="0" y="1518"/>
          <a:ext cx="5122606" cy="7696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333903-E6C3-4CA5-8AA7-97D3A8FA2700}">
      <dsp:nvSpPr>
        <dsp:cNvPr id="0" name=""/>
        <dsp:cNvSpPr/>
      </dsp:nvSpPr>
      <dsp:spPr>
        <a:xfrm>
          <a:off x="232807" y="174680"/>
          <a:ext cx="423286" cy="4232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A37DF0-0617-4A64-B8DD-BEF98E821980}">
      <dsp:nvSpPr>
        <dsp:cNvPr id="0" name=""/>
        <dsp:cNvSpPr/>
      </dsp:nvSpPr>
      <dsp:spPr>
        <a:xfrm>
          <a:off x="888900" y="1518"/>
          <a:ext cx="4233705" cy="7696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450" tIns="81450" rIns="81450" bIns="8145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Apply the CRISP-DM method to a dataset of poisonous and edible mushrooms</a:t>
          </a:r>
        </a:p>
      </dsp:txBody>
      <dsp:txXfrm>
        <a:off x="888900" y="1518"/>
        <a:ext cx="4233705" cy="769610"/>
      </dsp:txXfrm>
    </dsp:sp>
    <dsp:sp modelId="{05232083-204D-4CEA-8F69-5DE52741C6E3}">
      <dsp:nvSpPr>
        <dsp:cNvPr id="0" name=""/>
        <dsp:cNvSpPr/>
      </dsp:nvSpPr>
      <dsp:spPr>
        <a:xfrm>
          <a:off x="0" y="963532"/>
          <a:ext cx="5122606" cy="7696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C1BFF1-6A0C-49FC-89CB-7989C4F6E526}">
      <dsp:nvSpPr>
        <dsp:cNvPr id="0" name=""/>
        <dsp:cNvSpPr/>
      </dsp:nvSpPr>
      <dsp:spPr>
        <a:xfrm>
          <a:off x="232807" y="1136694"/>
          <a:ext cx="423286" cy="4232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F1B5FA-DC71-4F74-9E62-7C0AFF3E03FD}">
      <dsp:nvSpPr>
        <dsp:cNvPr id="0" name=""/>
        <dsp:cNvSpPr/>
      </dsp:nvSpPr>
      <dsp:spPr>
        <a:xfrm>
          <a:off x="888900" y="963532"/>
          <a:ext cx="4233705" cy="7696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450" tIns="81450" rIns="81450" bIns="8145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Develop a model predicting the edibility of unknown mushrooms.</a:t>
          </a:r>
        </a:p>
      </dsp:txBody>
      <dsp:txXfrm>
        <a:off x="888900" y="963532"/>
        <a:ext cx="4233705" cy="769610"/>
      </dsp:txXfrm>
    </dsp:sp>
    <dsp:sp modelId="{9BA2756A-7F18-4E89-9574-FF89294492D9}">
      <dsp:nvSpPr>
        <dsp:cNvPr id="0" name=""/>
        <dsp:cNvSpPr/>
      </dsp:nvSpPr>
      <dsp:spPr>
        <a:xfrm>
          <a:off x="0" y="1925545"/>
          <a:ext cx="5122606" cy="7696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FBBCE2-9388-4D54-B2D0-A61504DBF757}">
      <dsp:nvSpPr>
        <dsp:cNvPr id="0" name=""/>
        <dsp:cNvSpPr/>
      </dsp:nvSpPr>
      <dsp:spPr>
        <a:xfrm>
          <a:off x="232807" y="2098708"/>
          <a:ext cx="423286" cy="4232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DB5128-C92A-4BBB-8F80-12040CB2D253}">
      <dsp:nvSpPr>
        <dsp:cNvPr id="0" name=""/>
        <dsp:cNvSpPr/>
      </dsp:nvSpPr>
      <dsp:spPr>
        <a:xfrm>
          <a:off x="888900" y="1925545"/>
          <a:ext cx="4233705" cy="7696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450" tIns="81450" rIns="81450" bIns="8145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Validate and appraise the accuracy of the model</a:t>
          </a:r>
        </a:p>
      </dsp:txBody>
      <dsp:txXfrm>
        <a:off x="888900" y="1925545"/>
        <a:ext cx="4233705" cy="769610"/>
      </dsp:txXfrm>
    </dsp:sp>
    <dsp:sp modelId="{CB9F7C01-940C-4E07-9192-69BE5FAEC673}">
      <dsp:nvSpPr>
        <dsp:cNvPr id="0" name=""/>
        <dsp:cNvSpPr/>
      </dsp:nvSpPr>
      <dsp:spPr>
        <a:xfrm>
          <a:off x="0" y="2887559"/>
          <a:ext cx="5122606" cy="7696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2C23AF-31A2-427E-98D2-918F99E505AF}">
      <dsp:nvSpPr>
        <dsp:cNvPr id="0" name=""/>
        <dsp:cNvSpPr/>
      </dsp:nvSpPr>
      <dsp:spPr>
        <a:xfrm>
          <a:off x="232807" y="3060722"/>
          <a:ext cx="423286" cy="42328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15341B-E749-48AF-9CDB-65433F443986}">
      <dsp:nvSpPr>
        <dsp:cNvPr id="0" name=""/>
        <dsp:cNvSpPr/>
      </dsp:nvSpPr>
      <dsp:spPr>
        <a:xfrm>
          <a:off x="888900" y="2887559"/>
          <a:ext cx="4233705" cy="7696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450" tIns="81450" rIns="81450" bIns="8145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Deploy the model as a proof-of-concept product</a:t>
          </a:r>
        </a:p>
      </dsp:txBody>
      <dsp:txXfrm>
        <a:off x="888900" y="2887559"/>
        <a:ext cx="4233705" cy="7696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55F9-11A3-4523-8F38-6BA37933791A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291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9D56B-6EBE-4E5F-99D9-2A3DBDF37D0A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017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3F3CA-C7E3-432D-9282-18F13836509A}" type="datetime1">
              <a:rPr lang="en-US" smtClean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476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E9C62-1337-40B8-BA50-E9F4861DB4BC}" type="datetime1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323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195EB-2DA3-4B24-8725-19BC22A7BE50}" type="datetime1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973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37E6-0076-4915-A5A8-B7C11FA4F374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028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5F58F-C0B5-422A-8E5A-6B99E5D80F0A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109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5E655-9687-48DF-A33F-F8824CCCB5D1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716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FD56A-AAB8-4544-A495-D0645413C9E3}" type="datetime1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322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BAB95-8DA7-460B-B00A-7037C8394FB0}" type="datetime1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431792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BAB95-8DA7-460B-B00A-7037C8394FB0}" type="datetime1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30773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BAB95-8DA7-460B-B00A-7037C8394FB0}" type="datetime1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7108471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BAB95-8DA7-460B-B00A-7037C8394FB0}" type="datetime1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17111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BAB95-8DA7-460B-B00A-7037C8394FB0}" type="datetime1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811812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BAB95-8DA7-460B-B00A-7037C8394FB0}" type="datetime1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93899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E757A-3EC2-4683-9080-1A460C37C843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7463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8096C-64ED-4153-A483-5C02E44AD5C3}" type="datetime1">
              <a:rPr lang="en-US" smtClean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59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93BAB95-8DA7-460B-B00A-7037C8394FB0}" type="datetime1">
              <a:rPr lang="en-US" smtClean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5621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  <p:sldLayoutId id="2147483863" r:id="rId12"/>
    <p:sldLayoutId id="2147483864" r:id="rId13"/>
    <p:sldLayoutId id="2147483865" r:id="rId14"/>
    <p:sldLayoutId id="2147483866" r:id="rId15"/>
    <p:sldLayoutId id="2147483867" r:id="rId16"/>
    <p:sldLayoutId id="2147483868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pexels.com/photo/blue-blur-close-up-color-753545/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8.svg"/><Relationship Id="rId7" Type="http://schemas.openxmlformats.org/officeDocument/2006/relationships/diagramColors" Target="../diagrams/colors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3F4807A-5068-4492-8025-D75F320E9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47F8ADC-D326-4D92-A8DA-895E93947C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00837" y="1325880"/>
            <a:ext cx="3543464" cy="3066507"/>
          </a:xfrm>
        </p:spPr>
        <p:txBody>
          <a:bodyPr>
            <a:normAutofit/>
          </a:bodyPr>
          <a:lstStyle/>
          <a:p>
            <a:r>
              <a:rPr lang="en-IE" sz="4100" dirty="0">
                <a:solidFill>
                  <a:srgbClr val="EBEBEB"/>
                </a:solidFill>
              </a:rPr>
              <a:t>Mushroom Classification</a:t>
            </a: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85C5784A-0C24-4DE0-8B75-7FA9FC28E7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73137" y="4588329"/>
            <a:ext cx="3571163" cy="1621508"/>
          </a:xfrm>
        </p:spPr>
        <p:txBody>
          <a:bodyPr>
            <a:normAutofit/>
          </a:bodyPr>
          <a:lstStyle/>
          <a:p>
            <a:r>
              <a:rPr lang="en-IE" sz="1800" cap="none">
                <a:solidFill>
                  <a:schemeClr val="tx2">
                    <a:lumMod val="40000"/>
                    <a:lumOff val="60000"/>
                  </a:schemeClr>
                </a:solidFill>
                <a:cs typeface="Arial" panose="020B0604020202020204" pitchFamily="34" charset="0"/>
              </a:rPr>
              <a:t>Modelling </a:t>
            </a:r>
            <a:r>
              <a:rPr lang="en-IE" sz="1800" cap="none" dirty="0">
                <a:solidFill>
                  <a:schemeClr val="tx2">
                    <a:lumMod val="40000"/>
                    <a:lumOff val="60000"/>
                  </a:schemeClr>
                </a:solidFill>
                <a:cs typeface="Arial" panose="020B0604020202020204" pitchFamily="34" charset="0"/>
              </a:rPr>
              <a:t>and predicting mushroom toxicity</a:t>
            </a:r>
          </a:p>
        </p:txBody>
      </p:sp>
      <p:sp>
        <p:nvSpPr>
          <p:cNvPr id="17" name="Freeform 36">
            <a:extLst>
              <a:ext uri="{FF2B5EF4-FFF2-40B4-BE49-F238E27FC236}">
                <a16:creationId xmlns:a16="http://schemas.microsoft.com/office/drawing/2014/main" id="{B24996F8-180C-4DCB-8A26-DFA336CDE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13666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fish in the water&#10;&#10;Description automatically generated with low confidence">
            <a:extLst>
              <a:ext uri="{FF2B5EF4-FFF2-40B4-BE49-F238E27FC236}">
                <a16:creationId xmlns:a16="http://schemas.microsoft.com/office/drawing/2014/main" id="{21711A75-E30D-4E4E-8EC6-0B4BAFC8D52F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9945" r="-1" b="-1"/>
          <a:stretch/>
        </p:blipFill>
        <p:spPr>
          <a:xfrm>
            <a:off x="20" y="10"/>
            <a:ext cx="7759920" cy="6857991"/>
          </a:xfrm>
          <a:custGeom>
            <a:avLst/>
            <a:gdLst/>
            <a:ahLst/>
            <a:cxnLst/>
            <a:rect l="l" t="t" r="r" b="b"/>
            <a:pathLst>
              <a:path w="7759940" h="6858001">
                <a:moveTo>
                  <a:pt x="0" y="0"/>
                </a:moveTo>
                <a:lnTo>
                  <a:pt x="1296537" y="0"/>
                </a:lnTo>
                <a:lnTo>
                  <a:pt x="1296537" y="1"/>
                </a:lnTo>
                <a:lnTo>
                  <a:pt x="6415225" y="1"/>
                </a:lnTo>
                <a:lnTo>
                  <a:pt x="6415225" y="0"/>
                </a:lnTo>
                <a:lnTo>
                  <a:pt x="7758763" y="0"/>
                </a:lnTo>
                <a:lnTo>
                  <a:pt x="7733718" y="155677"/>
                </a:lnTo>
                <a:lnTo>
                  <a:pt x="7709849" y="310668"/>
                </a:lnTo>
                <a:lnTo>
                  <a:pt x="7686485" y="466344"/>
                </a:lnTo>
                <a:lnTo>
                  <a:pt x="7666482" y="622707"/>
                </a:lnTo>
                <a:lnTo>
                  <a:pt x="7646311" y="778383"/>
                </a:lnTo>
                <a:lnTo>
                  <a:pt x="7627485" y="934746"/>
                </a:lnTo>
                <a:lnTo>
                  <a:pt x="7611349" y="1089051"/>
                </a:lnTo>
                <a:lnTo>
                  <a:pt x="7596053" y="1245413"/>
                </a:lnTo>
                <a:lnTo>
                  <a:pt x="7582101" y="1401090"/>
                </a:lnTo>
                <a:lnTo>
                  <a:pt x="7569999" y="1554023"/>
                </a:lnTo>
                <a:lnTo>
                  <a:pt x="7557896" y="1709014"/>
                </a:lnTo>
                <a:lnTo>
                  <a:pt x="7547811" y="1861947"/>
                </a:lnTo>
                <a:lnTo>
                  <a:pt x="7539911" y="2014881"/>
                </a:lnTo>
                <a:lnTo>
                  <a:pt x="7531674" y="2167128"/>
                </a:lnTo>
                <a:lnTo>
                  <a:pt x="7524783" y="2318004"/>
                </a:lnTo>
                <a:lnTo>
                  <a:pt x="7519908" y="2467509"/>
                </a:lnTo>
                <a:lnTo>
                  <a:pt x="7515706" y="2617013"/>
                </a:lnTo>
                <a:lnTo>
                  <a:pt x="7511672" y="2765146"/>
                </a:lnTo>
                <a:lnTo>
                  <a:pt x="7509823" y="2911221"/>
                </a:lnTo>
                <a:lnTo>
                  <a:pt x="7507806" y="3057297"/>
                </a:lnTo>
                <a:lnTo>
                  <a:pt x="7506797" y="3201315"/>
                </a:lnTo>
                <a:lnTo>
                  <a:pt x="7507806" y="3343961"/>
                </a:lnTo>
                <a:lnTo>
                  <a:pt x="7507806" y="3485236"/>
                </a:lnTo>
                <a:lnTo>
                  <a:pt x="7509823" y="3625139"/>
                </a:lnTo>
                <a:lnTo>
                  <a:pt x="7512848" y="3762299"/>
                </a:lnTo>
                <a:lnTo>
                  <a:pt x="7515706" y="3898087"/>
                </a:lnTo>
                <a:lnTo>
                  <a:pt x="7518900" y="4031133"/>
                </a:lnTo>
                <a:lnTo>
                  <a:pt x="7523774" y="4163492"/>
                </a:lnTo>
                <a:lnTo>
                  <a:pt x="7528985" y="4293793"/>
                </a:lnTo>
                <a:lnTo>
                  <a:pt x="7533691" y="4421352"/>
                </a:lnTo>
                <a:lnTo>
                  <a:pt x="7546971" y="4670298"/>
                </a:lnTo>
                <a:lnTo>
                  <a:pt x="7561090" y="4908956"/>
                </a:lnTo>
                <a:lnTo>
                  <a:pt x="7575882" y="5138013"/>
                </a:lnTo>
                <a:lnTo>
                  <a:pt x="7592187" y="5354726"/>
                </a:lnTo>
                <a:lnTo>
                  <a:pt x="7609164" y="5561838"/>
                </a:lnTo>
                <a:lnTo>
                  <a:pt x="7627485" y="5753862"/>
                </a:lnTo>
                <a:lnTo>
                  <a:pt x="7645471" y="5934227"/>
                </a:lnTo>
                <a:lnTo>
                  <a:pt x="7663456" y="6100191"/>
                </a:lnTo>
                <a:lnTo>
                  <a:pt x="7680433" y="6252438"/>
                </a:lnTo>
                <a:lnTo>
                  <a:pt x="7696570" y="6387541"/>
                </a:lnTo>
                <a:lnTo>
                  <a:pt x="7711866" y="6509613"/>
                </a:lnTo>
                <a:lnTo>
                  <a:pt x="7724641" y="6612483"/>
                </a:lnTo>
                <a:lnTo>
                  <a:pt x="7736743" y="6698894"/>
                </a:lnTo>
                <a:lnTo>
                  <a:pt x="7754057" y="6817538"/>
                </a:lnTo>
                <a:lnTo>
                  <a:pt x="7759940" y="6858000"/>
                </a:lnTo>
                <a:lnTo>
                  <a:pt x="6854586" y="6858000"/>
                </a:lnTo>
                <a:lnTo>
                  <a:pt x="6854586" y="6858001"/>
                </a:lnTo>
                <a:lnTo>
                  <a:pt x="764022" y="6858001"/>
                </a:lnTo>
                <a:lnTo>
                  <a:pt x="76402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2" name="Rectangle 18">
            <a:extLst>
              <a:ext uri="{FF2B5EF4-FFF2-40B4-BE49-F238E27FC236}">
                <a16:creationId xmlns:a16="http://schemas.microsoft.com/office/drawing/2014/main" id="{630182B0-3559-41D5-9EBC-0BD86BEDA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86290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EE4E366E-272A-409E-840F-9A6A64A9E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21560C-E4AB-4287-A29C-3F691679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9" name="Freeform 7">
            <a:extLst>
              <a:ext uri="{FF2B5EF4-FFF2-40B4-BE49-F238E27FC236}">
                <a16:creationId xmlns:a16="http://schemas.microsoft.com/office/drawing/2014/main" id="{DF6CFF07-D953-4F9C-9A0E-E0A6AACB6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A3D1B8-DE7D-463B-8886-A162CB1EA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Project Goals</a:t>
            </a:r>
          </a:p>
        </p:txBody>
      </p:sp>
      <p:sp useBgFill="1">
        <p:nvSpPr>
          <p:cNvPr id="31" name="Freeform: Shape 30">
            <a:extLst>
              <a:ext uri="{FF2B5EF4-FFF2-40B4-BE49-F238E27FC236}">
                <a16:creationId xmlns:a16="http://schemas.microsoft.com/office/drawing/2014/main" id="{DAA4FEEE-0B5F-41BF-825D-60F9FB089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</p:sp>
      <p:pic>
        <p:nvPicPr>
          <p:cNvPr id="7" name="Graphic 6" descr="Meeting outline">
            <a:extLst>
              <a:ext uri="{FF2B5EF4-FFF2-40B4-BE49-F238E27FC236}">
                <a16:creationId xmlns:a16="http://schemas.microsoft.com/office/drawing/2014/main" id="{C1B9F268-5A21-45C9-9783-F2FB111976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150759" y="1947758"/>
            <a:ext cx="3662018" cy="3662018"/>
          </a:xfrm>
          <a:prstGeom prst="rect">
            <a:avLst/>
          </a:prstGeom>
        </p:spPr>
      </p:pic>
      <p:graphicFrame>
        <p:nvGraphicFramePr>
          <p:cNvPr id="33" name="TextBox 3">
            <a:extLst>
              <a:ext uri="{FF2B5EF4-FFF2-40B4-BE49-F238E27FC236}">
                <a16:creationId xmlns:a16="http://schemas.microsoft.com/office/drawing/2014/main" id="{5EAE8BA1-6956-41DD-9B7B-A79496F472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2494959"/>
              </p:ext>
            </p:extLst>
          </p:nvPr>
        </p:nvGraphicFramePr>
        <p:xfrm>
          <a:off x="1115656" y="2480688"/>
          <a:ext cx="5122606" cy="36586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4272127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3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64E58-CF1D-4B95-AE13-0A98D143F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Business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5334D-A859-4FE1-A5A0-D3B7470F7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02253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2D5AB-4EF2-4E3C-8439-678256359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Data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32299-0173-49DB-BA1E-9F855D85D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75671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101BE-59A9-4066-83CC-4403F837D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Data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E5389-73DE-499E-9E0C-8D676849A8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29903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AD3AB-FE04-4C95-B0D2-A39E0D853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4A0D1-A607-4CFB-8D4C-C2A86C9197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70567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42BAA-9F96-4DD4-B851-F1FACE3DF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0555E-EA3F-4D47-9D28-461FC04E8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91483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9CE81-B481-4E1F-A796-9582C8594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D6A31-C8A0-434D-8F3C-9000D0C5F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53306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46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64" name="Picture 48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65" name="Oval 50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66" name="Picture 52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67" name="Picture 54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68" name="Rectangle 56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69" name="Rectangle 58">
            <a:extLst>
              <a:ext uri="{FF2B5EF4-FFF2-40B4-BE49-F238E27FC236}">
                <a16:creationId xmlns:a16="http://schemas.microsoft.com/office/drawing/2014/main" id="{A4322390-8B58-46BE-88EB-D9FD30C08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any question marks on black background">
            <a:extLst>
              <a:ext uri="{FF2B5EF4-FFF2-40B4-BE49-F238E27FC236}">
                <a16:creationId xmlns:a16="http://schemas.microsoft.com/office/drawing/2014/main" id="{E65102C9-1956-4024-8FFC-91296A235B7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 amt="40000"/>
          </a:blip>
          <a:srcRect t="7787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05751D-6ACA-42D4-AEAC-D25DAB4A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1447800"/>
            <a:ext cx="8825658" cy="33295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>
                <a:solidFill>
                  <a:schemeClr val="tx1"/>
                </a:solidFill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3947896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71</TotalTime>
  <Words>53</Words>
  <Application>Microsoft Office PowerPoint</Application>
  <PresentationFormat>Widescreen</PresentationFormat>
  <Paragraphs>11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Ion</vt:lpstr>
      <vt:lpstr>Mushroom Classification</vt:lpstr>
      <vt:lpstr>Project Goals</vt:lpstr>
      <vt:lpstr>Business Understanding</vt:lpstr>
      <vt:lpstr>Data Understanding</vt:lpstr>
      <vt:lpstr>Data Preparation</vt:lpstr>
      <vt:lpstr>PowerPoint Presentation</vt:lpstr>
      <vt:lpstr>PowerPoint Presentation</vt:lpstr>
      <vt:lpstr>PowerPoint Presentation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Christopher Kelly</dc:creator>
  <cp:lastModifiedBy>Christopher Kelly</cp:lastModifiedBy>
  <cp:revision>9</cp:revision>
  <dcterms:created xsi:type="dcterms:W3CDTF">2021-04-03T13:09:48Z</dcterms:created>
  <dcterms:modified xsi:type="dcterms:W3CDTF">2025-11-24T00:16:12Z</dcterms:modified>
</cp:coreProperties>
</file>